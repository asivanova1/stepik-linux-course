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3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4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Курс «Введение в Linux»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Раздел 2 — удалённая работа, процессы и биоинформатика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1-5. Удалённая работа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1. Для чего можно использовать удалённый сервер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Хранение конфиденциальных данных - Хранение общедоступных данных - Хранение больших объёмов данных - Выполнение сложных вычислений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Удалённый сервер - это компьютер где-то в другом месте. На нём можно хранить любые данные и запускать тяжёлые задачи.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39800"/>
            <a:ext cx="51054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Вопрос 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2. Какой SSH-ключ можно пересылать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id_rsa.pub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Публичный ключ (.pub) можно показывать всем. Приватный ключ (без .pub) должен оставаться только у вас.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55700"/>
            <a:ext cx="51054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Вопрос 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3. Копирование папки на сервер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scp -r stepic username@server:~/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scp копирует файлы по сети, -r нужна для рекурсивного копирования папок.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93800"/>
            <a:ext cx="51054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Вопрос 3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4. Ошибка apt-get install: что делать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Проверить интернет - Проверить место на диске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Если нет интернета - неоткуда скачать. Если место кончилось - некуда сохранять.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65200"/>
            <a:ext cx="51054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Вопрос 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5. Для чего можно использовать Filezilla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Копировать файлы с компьютера на сервер - Копировать файлы с сервера на компьютер - Просматривать содержимое папок на сервере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Filezilla - это FTP-клиент. Он умеет смотреть что на сервере и перекидывать файлы туда-обратно.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79400"/>
            <a:ext cx="5105400" cy="372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Вопрос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6-11. Справка и первые программы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6. Если программе нужен не терминал, а экран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Поискать терминальную версию - Запустить на своём компьютере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Не у всех программ есть консольная версия. Если нет - придётся запускать там, где есть экран.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16000"/>
            <a:ext cx="51054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Вопрос 6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7. Как вызвать справку о программе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help program - man program - program –help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Это стандартные способы - man, –help, help.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11200"/>
            <a:ext cx="51054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Вопрос 7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8. Какие форматы данных принимает FastQC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fastq, fasta, bam, sam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FastQC нужен для проверки качества данных секвенирования, а это самые популярные форматы в биоинформатике.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368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Вопрос 8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9. Команда для запуска Clustal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clustalw -infile=test.fasta -align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-infile указывает входной файл, -align явно говорит “делай выравнивание”.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30200"/>
            <a:ext cx="5105400" cy="360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Вопрос 9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10. После fg, Ctrl+C, fg, Ctrl+Z — что покажет jobs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Только о program2 и program3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program1 завершили (Ctrl+C), program2 приостановили (Ctrl+Z), program3 остался в фоне.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12800"/>
            <a:ext cx="5105400" cy="264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Вопрос 10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11. Одинаковые ли PID в jobs, top и 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У всех одинаковые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PID - это номер процесса в системе. Где бы ты на него ни посмотрел, он один и тот же.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55700"/>
            <a:ext cx="51054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Вопрос 11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12-16. Управление процессами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12. Команда для мгновенного завершения процесса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kill -9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kill -9 отправляет сигнал SIGKILL, который нельзя перехватить или проигнорировать.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73100"/>
            <a:ext cx="5105400" cy="294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Вопрос 12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13. kill (без опций) для приостановленного процесса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Процесс завершится, когда его продолжат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Пока процесс стоит (приостановлен), сигнал до него не доходит. Как только он продолжит работу (fg или bg), сигнал сработает.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55700"/>
            <a:ext cx="5105400" cy="195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Вопрос 13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14. Сколько CPU использует остановленный процесс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0% CPU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Остановленный процесс не выполняется, он просто висит в памяти.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06400"/>
            <a:ext cx="51054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14: Вопрос 14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15. Сколько памяти занимает остановленный процесс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Столько же, сколько занимал в момент остановки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Память не освобождается при остановке, только при полном завершении.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11200"/>
            <a:ext cx="5105400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15: Вопрос 15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16. Как завершить один поток многопоточного приложения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Никак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В Linux нельзя завершить отдельный поток, только весь процесс целиком.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87400"/>
            <a:ext cx="51054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16: Вопрос 16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17-18. Bowtie2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17. Какой шаг bowtie2 можно делать в несколько потоков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Только bowtie2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Выравнивание (bowtie2) хорошо параллелится, а построение индекса (bowtie2-build) традиционно однопоточное.</a:t>
            </a:r>
          </a:p>
        </p:txBody>
      </p:sp>
      <p:pic>
        <p:nvPicPr>
          <p:cNvPr descr="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12800"/>
            <a:ext cx="5105400" cy="264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17: Вопрос 17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18. Bowtie2 — stderr многопоточного запуска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Файл bowtie2_stderr_pt.txt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Я запустила bowtie2 с опцией -p $(nproc) (многопоточный режим), сохранила вывод ошибок через 2&gt; и загрузила полученный файл.</a:t>
            </a:r>
          </a:p>
        </p:txBody>
      </p:sp>
      <p:pic>
        <p:nvPicPr>
          <p:cNvPr descr="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22300"/>
            <a:ext cx="5105400" cy="303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Вопрос 18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Вопрос 18 продолжение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Вопросы 19-23. Tmux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19. tmux: последняя вкладка и exit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tmux завершит работу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Если закрыть последнюю вкладку, сессия tmux заканчивается.</a:t>
            </a:r>
          </a:p>
        </p:txBody>
      </p:sp>
      <p:pic>
        <p:nvPicPr>
          <p:cNvPr descr="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79500"/>
            <a:ext cx="5105400" cy="210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Вопрос 19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Вопрос 19 продолжение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20. Закрытие терминала с запущенным tmux на сервере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Соединение прервётся, но tmux продолжит работу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В этом и смысл tmux - сессия остаётся на сервере, даже если отвалился SSH.</a:t>
            </a:r>
          </a:p>
        </p:txBody>
      </p:sp>
      <p:pic>
        <p:nvPicPr>
          <p:cNvPr descr="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90600"/>
            <a:ext cx="5105400" cy="228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18: Вопрос 20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21. Фоновый процесс в tmux и закрытие вкладки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Вкладка и процесс закроются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Всё, что запущено внутри вкладки, умирает вместе с вкладкой.</a:t>
            </a:r>
          </a:p>
        </p:txBody>
      </p:sp>
      <p:pic>
        <p:nvPicPr>
          <p:cNvPr descr="image/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06500"/>
            <a:ext cx="5105400" cy="186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19: Вопрос 21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22. Переименование вкладки в tmux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Ctrl+B и , (запятая)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Стандартное сочетание - префикс Ctrl+B, потом запятая.</a:t>
            </a:r>
          </a:p>
        </p:txBody>
      </p:sp>
      <p:pic>
        <p:nvPicPr>
          <p:cNvPr descr="image/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14400"/>
            <a:ext cx="51054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20: Вопрос 22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23. Разделение вкладок в tmux — верные утверждения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Ответ:</a:t>
            </a:r>
            <a:r>
              <a:rPr/>
              <a:t> - Вкладку можно делить и горизонтально, и вертикально, и много раз - Разделение работает только в текущей вкладке - Можно закрыть одну из частей (Ctrl+B и x) - Если набрать exit в одной из частей, закроется вся вкладка</a:t>
            </a:r>
          </a:p>
          <a:p>
            <a:pPr lvl="0" indent="0" marL="0">
              <a:buNone/>
            </a:pPr>
            <a:r>
              <a:rPr b="1"/>
              <a:t>Почему так:</a:t>
            </a:r>
            <a:r>
              <a:rPr/>
              <a:t> Я сама пробовала в tmux. Ctrl+B ” - горизонтальное разделение, Ctrl+B % - вертикальное. Ctrl+B x закрывает одну панель, exit в любой панели - всю вкладку.</a:t>
            </a:r>
          </a:p>
        </p:txBody>
      </p:sp>
      <p:pic>
        <p:nvPicPr>
          <p:cNvPr descr="image/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365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21: Вопрос 23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Выводы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я научилась делать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Работать с удалёнными серверами (SSH, scp, Filezilla)</a:t>
            </a:r>
          </a:p>
          <a:p>
            <a:pPr lvl="0"/>
            <a:r>
              <a:rPr/>
              <a:t>Управлять процессами (kill, fg, bg, jobs)</a:t>
            </a:r>
          </a:p>
          <a:p>
            <a:pPr lvl="0"/>
            <a:r>
              <a:rPr/>
              <a:t>Пользоваться tmux (вкладки, разделение, сессии)</a:t>
            </a:r>
          </a:p>
          <a:p>
            <a:pPr lvl="0"/>
            <a:r>
              <a:rPr/>
              <a:t>Устанавливать и запускать биоинформатические программы (FastQC, Clustal, bowtie2)</a:t>
            </a:r>
          </a:p>
          <a:p>
            <a:pPr lvl="0"/>
            <a:r>
              <a:rPr/>
              <a:t>Запускать bowtie2 в многопоточном режиме</a:t>
            </a:r>
          </a:p>
          <a:p>
            <a:pPr lvl="0" indent="0" marL="0">
              <a:buNone/>
            </a:pPr>
            <a:r>
              <a:rPr/>
              <a:t>Все задания второго раздела выполнены.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«Введение в Linux»</dc:title>
  <dc:creator>Иванова Анастасия Сергеевна</dc:creator>
  <cp:keywords/>
  <dcterms:created xsi:type="dcterms:W3CDTF">2026-05-16T15:03:12Z</dcterms:created>
  <dcterms:modified xsi:type="dcterms:W3CDTF">2026-05-16T15:03:12Z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2026-05-16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Раздел 2 — удалённая работа, процессы и биоинформатика</vt:lpwstr>
  </property>
  <property fmtid="{D5CDD505-2E9C-101B-9397-08002B2CF9AE}" pid="16" name="toc-title">
    <vt:lpwstr>Содержание</vt:lpwstr>
  </property>
</Properties>
</file>