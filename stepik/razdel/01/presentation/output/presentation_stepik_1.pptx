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0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2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1 — основные команды и работа с системой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Введение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Изучить основные понятия Linux: - установка программ - работа с командной строкой - управление процессами - архивация - поиск файлов и фильтрация текста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1-5. Начало работы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Название курса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Введение в Linux</a:t>
            </a:r>
          </a:p>
          <a:p>
            <a:pPr lvl="0" indent="0" marL="0">
              <a:buNone/>
            </a:pPr>
            <a:r>
              <a:rPr/>
              <a:t>Курс про основы Linux, остальные варианты не подходят.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Правила курса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Не выкладывать решения - Дедлайнов нет - Решать самостоятельно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Какая ОС у меня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Windows / Linux (какая есть)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49300"/>
            <a:ext cx="51054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Что такое виртуальная машина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Программа для запуска одной ОС внутри другой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Запустился ли Linux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Да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6-10. Программы и установка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Документ в LibreOffice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1.fodt</a:t>
            </a:r>
          </a:p>
          <a:p>
            <a:pPr lvl="0" indent="0" marL="0">
              <a:buNone/>
            </a:pPr>
            <a:r>
              <a:rPr/>
              <a:t>Текст “Hello, Linux!” шрифтом FreeMono, формат FODT.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31900"/>
            <a:ext cx="51054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1193800"/>
            <a:ext cx="707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6 продолжение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Расширение пакетов в Ubuntu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deb</a:t>
            </a:r>
          </a:p>
          <a:p>
            <a:pPr lvl="0" indent="0" marL="0">
              <a:buNone/>
            </a:pPr>
            <a:r>
              <a:rPr/>
              <a:t>В Ubuntu пакеты — .deb, в Fedora — .rpm.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7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VLC — фамилия автора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Denis-Courmont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04900"/>
            <a:ext cx="51054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16100" y="1193800"/>
            <a:ext cx="549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8 продолжение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Update Manager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Обновление всей системы - Обновление программ</a:t>
            </a:r>
          </a:p>
          <a:p>
            <a:pPr lvl="0" indent="0" marL="0">
              <a:buNone/>
            </a:pPr>
            <a:r>
              <a:rPr/>
              <a:t>Установкой и удалением не занимается.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10. Синонимы командной строки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Терминал, Консоль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11-13. Навигация и ls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Команда для текущего каталога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pwd</a:t>
            </a:r>
          </a:p>
          <a:p>
            <a:pPr lvl="0" indent="0" marL="0">
              <a:buNone/>
            </a:pPr>
            <a:r>
              <a:rPr/>
              <a:t>print working directory — показывает путь.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Эквивалентные команды 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ls -lAh /some/directory - ls –human-readable -A -l /some/directory - ls –almost-all –human-readable -l /some/directory</a:t>
            </a:r>
          </a:p>
          <a:p>
            <a:pPr lvl="0" indent="0" marL="0">
              <a:buNone/>
            </a:pPr>
            <a:r>
              <a:rPr/>
              <a:t>Опции -A -l -h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354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Показать Downloads из Documents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ls /home/bi/Downloads - ls ~/Downloads</a:t>
            </a:r>
          </a:p>
          <a:p>
            <a:pPr lvl="0" indent="0" marL="0">
              <a:buNone/>
            </a:pPr>
            <a:r>
              <a:rPr/>
              <a:t>Тильда — домашняя папка.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41300"/>
            <a:ext cx="5105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14-18. Процессы и управление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Удаление директорий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rm -r</a:t>
            </a:r>
          </a:p>
          <a:p>
            <a:pPr lvl="0" indent="0" marL="0">
              <a:buNone/>
            </a:pPr>
            <a:r>
              <a:rPr/>
              <a:t>-r нужна для удаления папок с содержимым.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14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Firefox и exit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Терминал закроется, Firefox останется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54100"/>
            <a:ext cx="51054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Что делает &amp;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Запуск, Ctrl+Z, bg</a:t>
            </a:r>
          </a:p>
          <a:p>
            <a:pPr lvl="0" indent="0" marL="0">
              <a:buNone/>
            </a:pPr>
            <a:r>
              <a:rPr/>
              <a:t>&amp; — сразу в фон.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Запуск программы из файла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2026-05-15 21:38:39 Control sum: 957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17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3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17 продолжение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Куда выводится stderr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 экран</a:t>
            </a:r>
          </a:p>
          <a:p>
            <a:pPr lvl="0" indent="0" marL="0">
              <a:buNone/>
            </a:pPr>
            <a:r>
              <a:rPr/>
              <a:t>stderr по умолчанию на экран, как и stdout.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9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18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19-21. Перенаправление и wget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Записать ошибки в файл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program 2&gt; file.txt - program 2&gt;&gt; file.txt</a:t>
            </a:r>
          </a:p>
          <a:p>
            <a:pPr lvl="0" indent="0" marL="0">
              <a:buNone/>
            </a:pPr>
            <a:r>
              <a:rPr/>
              <a:t>2&gt; — перезапись, 2&gt;&gt; — добавление.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25500"/>
            <a:ext cx="5105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19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Ошибки в конвейере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Выводятся на экран</a:t>
            </a:r>
          </a:p>
          <a:p>
            <a:pPr lvl="0" indent="0" marL="0">
              <a:buNone/>
            </a:pPr>
            <a:r>
              <a:rPr/>
              <a:t>По pipe передаётся только stdout.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20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Путь к скачанной картинке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/home/alex/Pictures/1.jpg</a:t>
            </a:r>
          </a:p>
          <a:p>
            <a:pPr lvl="0" indent="0" marL="0">
              <a:buNone/>
            </a:pPr>
            <a:r>
              <a:rPr/>
              <a:t>-P — папка, -O — имя файла.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21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22-24. wget и архивация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Тихий wget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-q или –quiet</a:t>
            </a:r>
          </a:p>
          <a:p>
            <a:pPr lvl="0" indent="0" marL="0">
              <a:buNone/>
            </a:pPr>
            <a:r>
              <a:rPr/>
              <a:t>Подавляет все сообщения.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03300"/>
            <a:ext cx="51054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wget -r -l 1 -A jpg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jpg</a:t>
            </a:r>
          </a:p>
          <a:p>
            <a:pPr lvl="0" indent="0" marL="0">
              <a:buNone/>
            </a:pPr>
            <a:r>
              <a:rPr/>
              <a:t>-A jpg ограничивает расширение.</a:t>
            </a:r>
          </a:p>
        </p:txBody>
      </p:sp>
      <p:pic>
        <p:nvPicPr>
          <p:cNvPr descr="image/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23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24. Отличие gzip от zip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gzip удаляет архив после распаковки</a:t>
            </a:r>
          </a:p>
        </p:txBody>
      </p:sp>
      <p:pic>
        <p:nvPicPr>
          <p:cNvPr descr="image/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668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26: Вопрос 24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25. Архиваторы для папок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zip, tar</a:t>
            </a:r>
          </a:p>
          <a:p>
            <a:pPr lvl="0" indent="0" marL="0">
              <a:buNone/>
            </a:pPr>
            <a:r>
              <a:rPr/>
              <a:t>gzip только для одного файла.</a:t>
            </a:r>
          </a:p>
        </p:txBody>
      </p:sp>
      <p:pic>
        <p:nvPicPr>
          <p:cNvPr descr="image/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47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27: Вопрос 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26. Опции tar для bz2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-cjf</a:t>
            </a:r>
          </a:p>
          <a:p>
            <a:pPr lvl="0" indent="0" marL="0">
              <a:buNone/>
            </a:pPr>
            <a:r>
              <a:rPr/>
              <a:t>-c — создать, -j — bzip2, -f — файл.</a:t>
            </a:r>
          </a:p>
        </p:txBody>
      </p:sp>
      <p:pic>
        <p:nvPicPr>
          <p:cNvPr descr="image/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28: Вопрос 26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27-29. Поиск и grep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27. Маски find НЕ найдут Alexey.jpeg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</a:t>
            </a:r>
            <a:r>
              <a:rPr i="1"/>
              <a:t>..? - </a:t>
            </a:r>
            <a:r>
              <a:rPr/>
              <a:t>jpg - alexey.*</a:t>
            </a:r>
          </a:p>
          <a:p>
            <a:pPr lvl="0" indent="0" marL="0">
              <a:buNone/>
            </a:pPr>
            <a:r>
              <a:rPr/>
              <a:t>Регистр важен, расширение .jpeg, не .jpg.</a:t>
            </a:r>
          </a:p>
        </p:txBody>
      </p:sp>
      <p:pic>
        <p:nvPicPr>
          <p:cNvPr descr="image/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46100"/>
            <a:ext cx="51054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29: Вопрос 27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28. grep “world”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world - The beautiful-world is not enough - The world is not enough - The beautifulworld is not enough</a:t>
            </a:r>
          </a:p>
          <a:p>
            <a:pPr lvl="0" indent="0" marL="0">
              <a:buNone/>
            </a:pPr>
            <a:r>
              <a:rPr/>
              <a:t>Регистр важен, подстрока “world” должна быть точно.</a:t>
            </a:r>
          </a:p>
        </p:txBody>
      </p:sp>
      <p:pic>
        <p:nvPicPr>
          <p:cNvPr descr="image/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30: Вопрос 28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29. Поиск “love” у Шекспира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love_lines.txt</a:t>
            </a:r>
          </a:p>
          <a:p>
            <a:pPr lvl="0" indent="0" marL="0">
              <a:buNone/>
            </a:pPr>
            <a:r>
              <a:rPr/>
              <a:t>grep -h “love” *.txt &gt; love_lines.txt</a:t>
            </a:r>
          </a:p>
        </p:txBody>
      </p:sp>
      <p:pic>
        <p:nvPicPr>
          <p:cNvPr descr="image/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31: Вопрос 29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3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49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32: Вопрос 29 продолжение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 30. tmux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Разделение вкладок в tmux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Вкладку можно делить и горизонтально, и вертикально, и много раз - Разделение работает только в текущей вкладке - Закрыть часть — Ctrl+B и x - exit в части закрывает всю вкладку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Выводы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в командной строке</a:t>
            </a:r>
          </a:p>
          <a:p>
            <a:pPr lvl="0"/>
            <a:r>
              <a:rPr/>
              <a:t>Управлять процессами (фон, передний план, kill)</a:t>
            </a:r>
          </a:p>
          <a:p>
            <a:pPr lvl="0"/>
            <a:r>
              <a:rPr/>
              <a:t>Перенаправлять вывод и ошибки</a:t>
            </a:r>
          </a:p>
          <a:p>
            <a:pPr lvl="0"/>
            <a:r>
              <a:rPr/>
              <a:t>Архивировать файлы (tar, gzip, zip)</a:t>
            </a:r>
          </a:p>
          <a:p>
            <a:pPr lvl="0"/>
            <a:r>
              <a:rPr/>
              <a:t>Скачивать через wget</a:t>
            </a:r>
          </a:p>
          <a:p>
            <a:pPr lvl="0"/>
            <a:r>
              <a:rPr/>
              <a:t>Искать файлы и текст (find, grep)</a:t>
            </a:r>
          </a:p>
          <a:p>
            <a:pPr lvl="0" indent="0" marL="0">
              <a:buNone/>
            </a:pPr>
            <a:r>
              <a:rPr/>
              <a:t>Все задания первого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2026-05-16T15:00:25Z</dcterms:created>
  <dcterms:modified xsi:type="dcterms:W3CDTF">2026-05-16T15:00:25Z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1 — основные команды и работа с системой</vt:lpwstr>
  </property>
  <property fmtid="{D5CDD505-2E9C-101B-9397-08002B2CF9AE}" pid="16" name="toc-title">
    <vt:lpwstr>Содержание</vt:lpwstr>
  </property>
</Properties>
</file>